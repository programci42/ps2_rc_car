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a16aabac3444b6" /><Relationship Type="http://schemas.openxmlformats.org/officeDocument/2006/relationships/extended-properties" Target="/docProps/app.xml" Id="R5144033f5d8740f5" /><Relationship Type="http://schemas.openxmlformats.org/officeDocument/2006/relationships/officeDocument" Target="/ppt/presentation.xml" Id="Rb5bed936ff914c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311f5eb3624834"/>
  </p:sldMasterIdLst>
  <p:notesMasterIdLst>
    <p:notesMasterId xmlns:r="http://schemas.openxmlformats.org/officeDocument/2006/relationships" r:id="R218234b9aa184b51"/>
  </p:notesMasterIdLst>
  <p:sldIdLst>
    <p:sldId xmlns:r="http://schemas.openxmlformats.org/officeDocument/2006/relationships" id="256" r:id="R78dc37da07134bc4"/>
    <p:sldId xmlns:r="http://schemas.openxmlformats.org/officeDocument/2006/relationships" id="257" r:id="R29d5d0dac57a46dc"/>
    <p:sldId xmlns:r="http://schemas.openxmlformats.org/officeDocument/2006/relationships" id="258" r:id="Rde1eb5cc981e4bac"/>
    <p:sldId xmlns:r="http://schemas.openxmlformats.org/officeDocument/2006/relationships" id="259" r:id="R90dbd2e4ea744acd"/>
    <p:sldId xmlns:r="http://schemas.openxmlformats.org/officeDocument/2006/relationships" id="260" r:id="Rf987eb429d974202"/>
    <p:sldId xmlns:r="http://schemas.openxmlformats.org/officeDocument/2006/relationships" id="261" r:id="Rb64b2708bc3741de"/>
    <p:sldId xmlns:r="http://schemas.openxmlformats.org/officeDocument/2006/relationships" id="262" r:id="Re6397cd3fc73435f"/>
    <p:sldId xmlns:r="http://schemas.openxmlformats.org/officeDocument/2006/relationships" id="263" r:id="Rb2f5135b4a544616"/>
    <p:sldId xmlns:r="http://schemas.openxmlformats.org/officeDocument/2006/relationships" id="264" r:id="R1d58aa8651764070"/>
    <p:sldId xmlns:r="http://schemas.openxmlformats.org/officeDocument/2006/relationships" id="265" r:id="R26cb47eaf48e4c62"/>
    <p:sldId xmlns:r="http://schemas.openxmlformats.org/officeDocument/2006/relationships" id="266" r:id="R3a827c7aeca84d22"/>
    <p:sldId xmlns:r="http://schemas.openxmlformats.org/officeDocument/2006/relationships" id="267" r:id="R0b1b5450981246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8f6fbf26164752" /><Relationship Type="http://schemas.openxmlformats.org/officeDocument/2006/relationships/slideMaster" Target="/ppt/slideMasters/slideMaster1.xml" Id="R9f311f5eb3624834" /><Relationship Type="http://schemas.openxmlformats.org/officeDocument/2006/relationships/notesMaster" Target="/ppt/notesMasters/notesMaster1.xml" Id="R218234b9aa184b51" /><Relationship Type="http://schemas.openxmlformats.org/officeDocument/2006/relationships/presProps" Target="/ppt/presProps.xml" Id="R14685b9ea17d4099" /><Relationship Type="http://schemas.openxmlformats.org/officeDocument/2006/relationships/tableStyles" Target="/ppt/tableStyles.xml" Id="Rb8f65f0938d94b42" /><Relationship Type="http://schemas.openxmlformats.org/officeDocument/2006/relationships/slide" Target="/ppt/slides/slide1.xml" Id="R78dc37da07134bc4" /><Relationship Type="http://schemas.openxmlformats.org/officeDocument/2006/relationships/slide" Target="/ppt/slides/slide2.xml" Id="R29d5d0dac57a46dc" /><Relationship Type="http://schemas.openxmlformats.org/officeDocument/2006/relationships/slide" Target="/ppt/slides/slide3.xml" Id="Rde1eb5cc981e4bac" /><Relationship Type="http://schemas.openxmlformats.org/officeDocument/2006/relationships/slide" Target="/ppt/slides/slide4.xml" Id="R90dbd2e4ea744acd" /><Relationship Type="http://schemas.openxmlformats.org/officeDocument/2006/relationships/slide" Target="/ppt/slides/slide5.xml" Id="Rf987eb429d974202" /><Relationship Type="http://schemas.openxmlformats.org/officeDocument/2006/relationships/slide" Target="/ppt/slides/slide6.xml" Id="Rb64b2708bc3741de" /><Relationship Type="http://schemas.openxmlformats.org/officeDocument/2006/relationships/slide" Target="/ppt/slides/slide7.xml" Id="Re6397cd3fc73435f" /><Relationship Type="http://schemas.openxmlformats.org/officeDocument/2006/relationships/slide" Target="/ppt/slides/slide8.xml" Id="Rb2f5135b4a544616" /><Relationship Type="http://schemas.openxmlformats.org/officeDocument/2006/relationships/slide" Target="/ppt/slides/slide9.xml" Id="R1d58aa8651764070" /><Relationship Type="http://schemas.openxmlformats.org/officeDocument/2006/relationships/slide" Target="/ppt/slides/slide10.xml" Id="R26cb47eaf48e4c62" /><Relationship Type="http://schemas.openxmlformats.org/officeDocument/2006/relationships/slide" Target="/ppt/slides/slide11.xml" Id="R3a827c7aeca84d22" /><Relationship Type="http://schemas.openxmlformats.org/officeDocument/2006/relationships/slide" Target="/ppt/slides/slide12.xml" Id="R0b1b5450981246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e630639445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9b78154b45493f" /><Relationship Type="http://schemas.openxmlformats.org/officeDocument/2006/relationships/notesMaster" Target="/ppt/notesMasters/notesMaster1.xml" Id="R64cc63742ee44c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998a9a86834b28" /><Relationship Type="http://schemas.openxmlformats.org/officeDocument/2006/relationships/notesMaster" Target="/ppt/notesMasters/notesMaster1.xml" Id="R9c1b882145984e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cbca4ab08c468a" /><Relationship Type="http://schemas.openxmlformats.org/officeDocument/2006/relationships/notesMaster" Target="/ppt/notesMasters/notesMaster1.xml" Id="R038dbf3a6eb046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e9c3ff90e49e8" /><Relationship Type="http://schemas.openxmlformats.org/officeDocument/2006/relationships/notesMaster" Target="/ppt/notesMasters/notesMaster1.xml" Id="R2907924bed5249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821bd9f01a423c" /><Relationship Type="http://schemas.openxmlformats.org/officeDocument/2006/relationships/notesMaster" Target="/ppt/notesMasters/notesMaster1.xml" Id="R7814da068da246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ddd6a3ee2a41b3" /><Relationship Type="http://schemas.openxmlformats.org/officeDocument/2006/relationships/notesMaster" Target="/ppt/notesMasters/notesMaster1.xml" Id="Re555e77f26504f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3e50df53dd4818" /><Relationship Type="http://schemas.openxmlformats.org/officeDocument/2006/relationships/notesMaster" Target="/ppt/notesMasters/notesMaster1.xml" Id="R5015eff7b01f40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22319a04a24f46" /><Relationship Type="http://schemas.openxmlformats.org/officeDocument/2006/relationships/notesMaster" Target="/ppt/notesMasters/notesMaster1.xml" Id="R1f0e2b55d8994e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0efb2060654d80" /><Relationship Type="http://schemas.openxmlformats.org/officeDocument/2006/relationships/notesMaster" Target="/ppt/notesMasters/notesMaster1.xml" Id="R045beeb45e5b44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9c6514c6494e0e" /><Relationship Type="http://schemas.openxmlformats.org/officeDocument/2006/relationships/notesMaster" Target="/ppt/notesMasters/notesMaster1.xml" Id="R4894865cbe0e40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297aa13a5745a2" /><Relationship Type="http://schemas.openxmlformats.org/officeDocument/2006/relationships/notesMaster" Target="/ppt/notesMasters/notesMaster1.xml" Id="Rcff377c729894b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b856adea984c73" /><Relationship Type="http://schemas.openxmlformats.org/officeDocument/2006/relationships/notesMaster" Target="/ppt/notesMasters/notesMaster1.xml" Id="R86e1be6fcfe849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story and user-confirmed field experience.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verified against repository source, documentation, and the project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9b71674d24b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24ed0f8d8448f" /><Relationship Type="http://schemas.openxmlformats.org/officeDocument/2006/relationships/slideLayout" Target="/ppt/slideLayouts/slideLayout1.xml" Id="R7188a51f3dcd46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88a51f3dcd46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60d446c5f479a" /><Relationship Type="http://schemas.openxmlformats.org/officeDocument/2006/relationships/image" Target="/ppt/media/image.png" Id="Rbb9f987e3d644aa0" /><Relationship Type="http://schemas.openxmlformats.org/officeDocument/2006/relationships/notesSlide" Target="/ppt/notesSlides/notesSlide1.xml" Id="R07b5e3177af145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ffb1d168f414d" /><Relationship Type="http://schemas.openxmlformats.org/officeDocument/2006/relationships/image" Target="/ppt/media/image.jpeg" Id="R9f2d966b23b64931" /><Relationship Type="http://schemas.openxmlformats.org/officeDocument/2006/relationships/notesSlide" Target="/ppt/notesSlides/notesSlide2.xml" Id="R26f9d4a6296a42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54f2939a14023" /><Relationship Type="http://schemas.openxmlformats.org/officeDocument/2006/relationships/notesSlide" Target="/ppt/notesSlides/notesSlide3.xml" Id="R4fadc478d6624b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427ac27624c37" /><Relationship Type="http://schemas.openxmlformats.org/officeDocument/2006/relationships/notesSlide" Target="/ppt/notesSlides/notesSlide4.xml" Id="Rb899a8d1d1d747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01682d1ef41ad" /><Relationship Type="http://schemas.openxmlformats.org/officeDocument/2006/relationships/notesSlide" Target="/ppt/notesSlides/notesSlide5.xml" Id="R54b0c59c1ffa40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cd8d2273243ac" /><Relationship Type="http://schemas.openxmlformats.org/officeDocument/2006/relationships/notesSlide" Target="/ppt/notesSlides/notesSlide6.xml" Id="R7ed2c917a67f47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a84740d51426e" /><Relationship Type="http://schemas.openxmlformats.org/officeDocument/2006/relationships/notesSlide" Target="/ppt/notesSlides/notesSlide7.xml" Id="R3802cfbf30ea40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c321f8aa84c89" /><Relationship Type="http://schemas.openxmlformats.org/officeDocument/2006/relationships/notesSlide" Target="/ppt/notesSlides/notesSlide8.xml" Id="R583bae1fb2bb4d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0d97b695e424a" /><Relationship Type="http://schemas.openxmlformats.org/officeDocument/2006/relationships/notesSlide" Target="/ppt/notesSlides/notesSlide9.xml" Id="R3c48769a93d641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eef83cb4a4acd" /><Relationship Type="http://schemas.openxmlformats.org/officeDocument/2006/relationships/notesSlide" Target="/ppt/notesSlides/notesSlide10.xml" Id="R16d1c66738f547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d3301d62e4cd0" /><Relationship Type="http://schemas.openxmlformats.org/officeDocument/2006/relationships/notesSlide" Target="/ppt/notesSlides/notesSlide11.xml" Id="Raa2c6b6440474e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3509506b54f2a" /><Relationship Type="http://schemas.openxmlformats.org/officeDocument/2006/relationships/image" Target="/ppt/media/image2.png" Id="Rf3b1a3ab289e44aa" /><Relationship Type="http://schemas.openxmlformats.org/officeDocument/2006/relationships/notesSlide" Target="/ppt/notesSlides/notesSlide12.xml" Id="Ra4a433b9dae949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f987e3d644aa0"/>
          <a:stretch xmlns:a="http://schemas.openxmlformats.org/drawingml/2006/main"/>
        </p:blipFill>
        <p:spPr>
          <a:xfrm xmlns:a="http://schemas.openxmlformats.org/drawingml/2006/main">
            <a:off x="0" y="102508"/>
            <a:ext cx="12192000" cy="522423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8CA239-AB17-4190-B4B4-944891B9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>
              <a:alpha val="93333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EC049-D7C1-4DA1-9E01-A9F0E7FF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PS2 Robot Araç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42B2C-E53F-4547-9A6A-1B1E12CB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DF8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F8FB"/>
                </a:solidFill>
                <a:latin typeface="Aptos"/>
                <a:ea typeface="Aptos"/>
                <a:cs typeface="Aptos"/>
              </a:rPr>
              <a:t>1,44 MB geliştirici ELF’inden 248 KB’lık yolda denenmiş konsol robotuna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C0336-221F-4A74-9CDD-E6991E25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055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Donanım • yazılım • sorunlar • çözümler • yol testi</a:t>
            </a:r>
          </a:p>
        </p:txBody>
      </p:sp>
    </p:spTree>
    <p:extLst>
      <p:ext uri="{BB962C8B-B14F-4D97-AF65-F5344CB8AC3E}">
        <p14:creationId xmlns:p14="http://schemas.microsoft.com/office/powerpoint/2010/main" val="2087613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0BC864-D8D1-4751-BD29-24848C9E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FCE70-8134-4D39-82CF-515DC837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Projenin özeti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65B05-D248-43FD-9F7C-B6FAAD9F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4A464-C095-4D4A-B7E5-0AB61D72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E6E7B-7F08-4387-AC99-0EE21A56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PS2 Slim SCPH-70004 araç yazılımını çalıştırıyor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2CFCA-1D21-4907-B6DB-B77C197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E3180-919C-4290-B4DD-B5E109D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DualShock 2 dört RS-540 motoru kontrol ediyor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B39EE-AC4C-4FC7-B875-7832D36D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24A91-6407-43A9-8AFE-F2A7D5B6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Seda 8 kanallı USB HID röle kartı polariteyi anahtarlıyor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50A94-720B-41EF-AFE5-7C08DCC6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F7EE7-B1D8-4488-8F9C-14426B9F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Bir 11,1 V 3S LiPo iki korumalı besleme hattına ayrılıyor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d966b23b64931"/>
          <a:stretch xmlns:a="http://schemas.openxmlformats.org/drawingml/2006/main"/>
        </p:blipFill>
        <p:spPr>
          <a:xfrm xmlns:a="http://schemas.openxmlformats.org/drawingml/2006/main">
            <a:off x="9572625" y="4572000"/>
            <a:ext cx="1428750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9467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C9010-D94A-499C-BC96-D836E614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C1B7F-5BD3-49D0-839E-A0AE59D8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Gerçek donanımda otomatik açılış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893E-02FC-48A7-9870-9FDB0A48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E5875-C4F0-48B3-9CBB-D109246C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1BFE7-2382-42D7-9A41-DDDDA5D0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role.elf dosyasını uLaunchELF ile Free McBoot hafıza kartına kopyala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5D600-2B4F-460C-BED2-DC1A6E59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4A1F1-9D0B-42DD-9776-AA7A5B19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Free McBoot Configurator → Configure E1 launch keys menüsünü aç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E8437-6353-432B-9321-B7C999BE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D4AFB-B9AC-4561-9223-F03AD475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AUTO satırını hafıza kartındaki role.elf yoluna bağla ve CNF’yi MC0’a kaydet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FBCF2-B0A3-47A0-8A0A-5F0DCE3D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91CDF-0CA6-4565-8F14-A506F185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Açılışta uygulama IOP/LoadFile/SBV ortamını kendi kurar ve otomatik çalışır</a:t>
            </a:r>
          </a:p>
        </p:txBody>
      </p:sp>
    </p:spTree>
    <p:extLst>
      <p:ext uri="{BB962C8B-B14F-4D97-AF65-F5344CB8AC3E}">
        <p14:creationId xmlns:p14="http://schemas.microsoft.com/office/powerpoint/2010/main" val="873648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39880-5298-4B1D-A8D3-56672793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355F0-71A5-4864-9788-AD4C267C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Yazılım yolu: koldan röleye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19ACF-0665-4308-9D6B-09271FF9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F6AAE-C1FF-40EF-A988-1F206DEB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15D8D-B9DF-47C1-99E0-B92AB19C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Açılışta gömülü USB yığını ve röle IOP modülü yükleniyor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9BF39-5CA6-4D02-A9FB-06AC2B0C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6D6CE-E4C6-40CD-B12D-6B8AB82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main.c DualShock durumunu okuyup güvenlik kilidini uyguluyor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2D715-7C87-4ADE-B075-DA3B4535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AC034-818B-4CE8-B683-47997D73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SIF RPC tek röle komutunu IOP tarafına aktarıyor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5B3A3D-E034-4ABD-9A81-C61AE3A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E98326-54D9-4AEE-AFE3-B69C319B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IOP HID sürücüsü karta 8 baytlık USB raporu gönderiyor</a:t>
            </a:r>
          </a:p>
        </p:txBody>
      </p:sp>
    </p:spTree>
    <p:extLst>
      <p:ext uri="{BB962C8B-B14F-4D97-AF65-F5344CB8AC3E}">
        <p14:creationId xmlns:p14="http://schemas.microsoft.com/office/powerpoint/2010/main" val="1303997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82E8D-37D8-44B6-B1F4-F5B0B5DA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15CE0-6212-41B8-BF4E-D929EEAB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Örnek röle komutları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546EA-054F-471F-85BE-A3A2AA22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929BD-C772-4817-A198-3783BDBE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2BB37-96F3-45B6-A9F2-CE1F34E2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AÇ: röle 1=1, röle 2=2, röle 3=3, röle 4=4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0C4CF-C30F-4C78-BCE1-4C9CF9D2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B1B57-380C-48EB-84D1-20B23C93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KAPAT: röle 1=17, röle 2=18, röle 3=19, röle 4=20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7634F-A645-4598-B615-D621B928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7631D-5561-4FEA-BC69-B306956F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Paket örneği: [01 00 00 KOMUT 00 00 00 00]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BF0F2-C640-43C1-A640-3DA7458A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DC492-3EF3-4127-9F56-F0C5D633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AUTO modu önce interrupt OUT, sonra tanı amaçlı aktarım çeşitlerini dener</a:t>
            </a:r>
          </a:p>
        </p:txBody>
      </p:sp>
    </p:spTree>
    <p:extLst>
      <p:ext uri="{BB962C8B-B14F-4D97-AF65-F5344CB8AC3E}">
        <p14:creationId xmlns:p14="http://schemas.microsoft.com/office/powerpoint/2010/main" val="11376407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C6C60-AECF-47C2-BB51-2E87CB7E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75882-2874-4AE7-8D39-6B9F7E48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Elektronik bağlantı şeması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75BAC-E11C-4854-A883-80C55DB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7A4F5-4351-4B2F-8FD7-5D6DC203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809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66594-7887-4AA7-9D31-31D50ADC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11,1 V 3S LiPo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E6AAF-CF63-47C2-A61E-9B65AFF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ECD63-E31A-4E5D-ACE6-D9F7F34E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XL4015 → 8,50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7AF31-689D-4E72-85FC-8EA70498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3143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F538A-13FF-44E6-8DC7-B537E36B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145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PS2 Slim SCPH-70004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3C87F9-000A-4C6F-B8EE-35E2A583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952625"/>
            <a:ext cx="1000125" cy="6191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2D8F7-72AA-4372-AB49-E46349D1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5262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4625F-BFA0-4DF6-8177-BFF9FC42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478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BC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BCE"/>
                </a:solidFill>
                <a:latin typeface="Aptos"/>
                <a:ea typeface="Aptos"/>
                <a:cs typeface="Aptos"/>
              </a:rPr>
              <a:t>1. 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91A4E-AA39-4ADC-9E29-29414F01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857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C8373-23D0-4EB1-8896-2D669148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NC1–NC4 → eksi (−)</a:t>
            </a:r>
          </a:p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NO1–NO4 → artı (+)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505933-4DAA-4280-BD91-706FBD07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333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B37B8-5052-43A7-BF41-59CD823E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COM1+COM2 → sol motorlar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2B6A4-6AD3-4E28-9747-7195B385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24375"/>
            <a:ext cx="333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0D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98C25-88F5-4800-B448-BCBA147C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COM3+COM4 → sağ motorlar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FA5CB-96F0-4FB9-9E0F-64C40E39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52750"/>
            <a:ext cx="1000125" cy="9525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BD49A-B1C2-4EE4-B268-F4034B37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1428750" cy="3143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95640-D04E-43A3-8382-5F09BAD3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1428750" cy="44767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168BC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B3E56-8F24-49C6-8734-100C4DFF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9087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8BC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BCE"/>
                </a:solidFill>
                <a:latin typeface="Aptos"/>
                <a:ea typeface="Aptos"/>
                <a:cs typeface="Aptos"/>
              </a:rPr>
              <a:t>2. Hat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80D93D-0585-4F8D-9D1C-5C8EB1F0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Röle kartı 5 V güç ve HID veri için PS2’nin iki USB portunu kullanır.</a:t>
            </a:r>
          </a:p>
        </p:txBody>
      </p:sp>
    </p:spTree>
    <p:extLst>
      <p:ext uri="{BB962C8B-B14F-4D97-AF65-F5344CB8AC3E}">
        <p14:creationId xmlns:p14="http://schemas.microsoft.com/office/powerpoint/2010/main" val="269509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9BB69-E8A0-42C5-A991-B340ACF1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2175B-416C-45C3-B8A8-BBDA3101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Fiziksel sorun: eriyen kablo ve reset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16C5C-DA34-4CEA-96A0-549A20D9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474A9-08FC-48F0-87A4-B983BD3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52C4A-6DEB-4412-A84A-81DDBE78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İnce kablo PS2 ve boş rölelerle sorunsuz görünüyordu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7F837-6F07-4775-8848-57E94801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1D903-CEF1-4805-9241-04CF4618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Motorlar bağlanınca ilk kalkış akımı gerilimi düşürdü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32E91-B63A-42F5-B8CD-60A29D9E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43FFF-A7F4-47DD-B6EF-88A4BD7E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Kablonun dış plastiği erimeye başladı ve PS2 anında reset attı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CB086-18A2-4BF9-8553-CD6A0F01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575CB-9A21-4AD7-842F-B18AF52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Çözüm: daha kalın uygun kesitli kablo, sağlam ekler, sigorta ve hat koruması</a:t>
            </a:r>
          </a:p>
        </p:txBody>
      </p:sp>
    </p:spTree>
    <p:extLst>
      <p:ext uri="{BB962C8B-B14F-4D97-AF65-F5344CB8AC3E}">
        <p14:creationId xmlns:p14="http://schemas.microsoft.com/office/powerpoint/2010/main" val="5299454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DA6437-555F-46DB-869E-5E96D31D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3D79F-6D42-44A8-B912-ADD1BFE2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Yazılım sorunları ve çözümleri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814BE-A99F-4893-9CFD-97E8F469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491AB-9A76-4B63-A5FF-73B0E9FA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C75CB-38D9-406E-99F6-8F264A25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Belgesiz HID davranışı → 12 seçilebilir aktarım modu ve AUTO tarama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59268-8503-4D3B-89EA-F3B03CD4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549D9-B46F-4BE8-ADC6-B4C83C59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Zıt yön tuşları → yazılım kilidi tüm hareket rölelerini kapatıyor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DB9D6-A055-4B58-881F-2E9D7B1C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4FF67-610C-4852-A8BF-CBD7B331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Yön değişiminde ark → önce KAPAT sonra AÇ ve 100 ms ölü zaman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5BBB8-5647-404E-8D14-B73EA6AE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D2D3D-343F-4ECA-B23F-0F989FE8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USB kopması veya çıkış → her röle için doğrulanmış ayrı KAPAT komutu</a:t>
            </a:r>
          </a:p>
        </p:txBody>
      </p:sp>
    </p:spTree>
    <p:extLst>
      <p:ext uri="{BB962C8B-B14F-4D97-AF65-F5344CB8AC3E}">
        <p14:creationId xmlns:p14="http://schemas.microsoft.com/office/powerpoint/2010/main" val="1100075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9F8E8-A12F-4E41-81C0-97B3D40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8F2B9-DDAC-4F4E-90D4-AF509227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1,44 MB nasıl 248 KB oldu?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6A00F-0FBD-40F4-BB6E-D0D1AC6F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DE6E-799F-4AC5-AE48-84AAA87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0A6AD-6277-4718-A7CF-33006124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relay.elf DWARF hata ayıklama haritasını, sembolleri ve kaynak satırlarını tutuyor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9689A-85A9-4428-965D-B632CED4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BC19F-AFC0-4EC0-AF2D-E2E8EFF2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PS2 yalnız LOAD bölümlerini çalıştırıyor; hata ayıklama haritasını kullanmıyor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96845-B4D0-41C6-B933-72D060EC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8845B-98D4-4C2E-BF87-2D55E616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build.ps1 relay.elf’i kopyalayıp role.elf üzerinde strip --strip-debug çalıştırıyor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C9AAC-8D90-4693-B421-3946AF79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79645-1047-4B29-B2AA-9331147D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Sonuç: 1.509.884 bayt → 254.224 bayt (248,3 KiB); çalıştırılabilir LOAD verisi aynı</a:t>
            </a:r>
          </a:p>
        </p:txBody>
      </p:sp>
    </p:spTree>
    <p:extLst>
      <p:ext uri="{BB962C8B-B14F-4D97-AF65-F5344CB8AC3E}">
        <p14:creationId xmlns:p14="http://schemas.microsoft.com/office/powerpoint/2010/main" val="5956586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B0E23-8A90-4681-BCDB-E8E498D3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DBC7A-FE80-4193-B215-0F5C5AD6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Hareket programlama ve saha tanısı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086EB-E2C7-4CDC-BFC4-BDD17618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32604-B174-4A2C-9C58-46AEC7AD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DB46E-679E-441E-A7D8-3D355BFB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128 adede kadar bir saniyelik hareket veya bekleme adımı kaydediliyor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28641-8731-4490-B4CD-FA38953C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77CB0-3D92-4BC6-B133-CD880E86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L1 ROLEPRG.TXT dosyasını kaydediyor; L2 yüklüyor; START oynatıyor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33C85-FB9B-40C8-9273-2EFAF68F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31C0F-8206-46B4-BFEC-31E2F7BF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R1 ekranında VID, PID, gönderim modu, AUTO USB ve ölü zaman ayarlanıyor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84FD8-AB10-493F-906F-C20FB88A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A67BC6-DED4-4381-B377-8972F570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result/status/control/interrupt değerleri gerçek USB sonucunu ekranda gösteriyor</a:t>
            </a:r>
          </a:p>
        </p:txBody>
      </p:sp>
    </p:spTree>
    <p:extLst>
      <p:ext uri="{BB962C8B-B14F-4D97-AF65-F5344CB8AC3E}">
        <p14:creationId xmlns:p14="http://schemas.microsoft.com/office/powerpoint/2010/main" val="6440355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CB178-6098-492A-85C4-3396CDB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59AA9-CA66-425F-B14A-314DF7AD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Yol testleri ve videolar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D2561-C9CF-4C64-85D7-21CB237A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D90F9-035F-4ADC-BEF6-3DDC0E8C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7B59C-C0C3-497D-9727-B01B6482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Faz 1 bataryalı, DualShock kontrollü ve yolda denenmiş durumda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53E59-DD62-4D20-9456-D424FCF4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5CCC9-E53C-44C6-83CD-2A233016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Video 1: youtube.com/shorts/x-vaeMoXdgk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C5ADD-75AD-4092-B6B0-3CB1EA5B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A2887-A1FD-42FB-A2F4-28C9C22D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Video 2: youtube.com/shorts/5uW2evH4y8U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D35771-9F74-41F1-80F3-58608084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C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F30F0-8105-4035-8184-0C7D71D0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PCSX2 menüleri sınar; röle davranışı gerçek SCPH-70004 üzerinde doğrulanır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76D41-4626-4553-AEBD-2CFAAED3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8BC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8BCE"/>
                </a:solidFill>
                <a:latin typeface="Aptos"/>
                <a:ea typeface="Aptos"/>
                <a:cs typeface="Aptos"/>
              </a:rPr>
              <a:t>Gerçek sürüş kanıtları</a:t>
            </a:r>
          </a:p>
        </p:txBody>
      </p:sp>
    </p:spTree>
    <p:extLst>
      <p:ext uri="{BB962C8B-B14F-4D97-AF65-F5344CB8AC3E}">
        <p14:creationId xmlns:p14="http://schemas.microsoft.com/office/powerpoint/2010/main" val="5905644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A163E-C1F6-4572-8FB4-41ED287B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1D9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1D9E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43190-E410-4035-8DCE-A4EF1EB2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827"/>
                </a:solidFill>
                <a:latin typeface="Aptos"/>
                <a:ea typeface="Aptos"/>
                <a:cs typeface="Aptos"/>
              </a:rPr>
              <a:t>Aracın tamamlanmış hali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324F2-4A4F-475F-89B7-3CAA3C8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D9E8"/>
          </a:solidFill>
          <a:ln xmlns:a="http://schemas.openxmlformats.org/drawingml/2006/main" w="0">
            <a:noFill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1a3ab289e44aa"/>
          <a:stretch xmlns:a="http://schemas.openxmlformats.org/drawingml/2006/main"/>
        </p:blipFill>
        <p:spPr>
          <a:xfrm xmlns:a="http://schemas.openxmlformats.org/drawingml/2006/main">
            <a:off x="3152285" y="1381125"/>
            <a:ext cx="588743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8846C-6EBB-44B1-8B94-AD91C08B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A17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1A179"/>
                </a:solidFill>
                <a:latin typeface="Aptos"/>
                <a:ea typeface="Aptos"/>
                <a:cs typeface="Aptos"/>
              </a:rPr>
              <a:t>Dört RS-540 • iki motor grubu • PS2 Slim • USB röle • 3S LiPo</a:t>
            </a:r>
          </a:p>
        </p:txBody>
      </p:sp>
    </p:spTree>
    <p:extLst>
      <p:ext uri="{BB962C8B-B14F-4D97-AF65-F5344CB8AC3E}">
        <p14:creationId xmlns:p14="http://schemas.microsoft.com/office/powerpoint/2010/main" val="1358954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2026-09-11T14:17:49.9710000Z</dcterms:created>
  <dcterms:modified xsi:type="dcterms:W3CDTF">2026-09-11T14:17:49.9710000Z</dcterms:modified>
</coreProperties>
</file>