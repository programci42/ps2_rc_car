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cde8cd96734b38" /><Relationship Type="http://schemas.openxmlformats.org/officeDocument/2006/relationships/extended-properties" Target="/docProps/app.xml" Id="R3e833b257ae74746" /><Relationship Type="http://schemas.openxmlformats.org/officeDocument/2006/relationships/officeDocument" Target="/ppt/presentation.xml" Id="Rc92c9db9c6354e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c54de970a04f22"/>
  </p:sldMasterIdLst>
  <p:notesMasterIdLst>
    <p:notesMasterId xmlns:r="http://schemas.openxmlformats.org/officeDocument/2006/relationships" r:id="Re8ae1ca41f454ca6"/>
  </p:notesMasterIdLst>
  <p:sldIdLst>
    <p:sldId xmlns:r="http://schemas.openxmlformats.org/officeDocument/2006/relationships" id="256" r:id="R5d4502263e0646eb"/>
    <p:sldId xmlns:r="http://schemas.openxmlformats.org/officeDocument/2006/relationships" id="257" r:id="R52a4ab4eee404280"/>
    <p:sldId xmlns:r="http://schemas.openxmlformats.org/officeDocument/2006/relationships" id="258" r:id="R05b4d8d8ff7a4092"/>
    <p:sldId xmlns:r="http://schemas.openxmlformats.org/officeDocument/2006/relationships" id="259" r:id="R9a64305501724173"/>
    <p:sldId xmlns:r="http://schemas.openxmlformats.org/officeDocument/2006/relationships" id="260" r:id="Rb56a952f2d4e4840"/>
    <p:sldId xmlns:r="http://schemas.openxmlformats.org/officeDocument/2006/relationships" id="261" r:id="R4ec31d06d8e149d7"/>
    <p:sldId xmlns:r="http://schemas.openxmlformats.org/officeDocument/2006/relationships" id="262" r:id="Ra524dd4ac37d44a2"/>
    <p:sldId xmlns:r="http://schemas.openxmlformats.org/officeDocument/2006/relationships" id="263" r:id="Rb8d854e1ffbc4270"/>
    <p:sldId xmlns:r="http://schemas.openxmlformats.org/officeDocument/2006/relationships" id="264" r:id="Rc845b21951d9467f"/>
    <p:sldId xmlns:r="http://schemas.openxmlformats.org/officeDocument/2006/relationships" id="265" r:id="R4fe60d0948ad40ae"/>
    <p:sldId xmlns:r="http://schemas.openxmlformats.org/officeDocument/2006/relationships" id="266" r:id="R99c0b6359abc4c1c"/>
    <p:sldId xmlns:r="http://schemas.openxmlformats.org/officeDocument/2006/relationships" id="267" r:id="Rdaf53d19227f46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0af84d380a442b" /><Relationship Type="http://schemas.openxmlformats.org/officeDocument/2006/relationships/slideMaster" Target="/ppt/slideMasters/slideMaster1.xml" Id="Rd2c54de970a04f22" /><Relationship Type="http://schemas.openxmlformats.org/officeDocument/2006/relationships/notesMaster" Target="/ppt/notesMasters/notesMaster1.xml" Id="Re8ae1ca41f454ca6" /><Relationship Type="http://schemas.openxmlformats.org/officeDocument/2006/relationships/presProps" Target="/ppt/presProps.xml" Id="R6263047ff4f6472f" /><Relationship Type="http://schemas.openxmlformats.org/officeDocument/2006/relationships/tableStyles" Target="/ppt/tableStyles.xml" Id="R7a3ef0723baf4c0c" /><Relationship Type="http://schemas.openxmlformats.org/officeDocument/2006/relationships/slide" Target="/ppt/slides/slide1.xml" Id="R5d4502263e0646eb" /><Relationship Type="http://schemas.openxmlformats.org/officeDocument/2006/relationships/slide" Target="/ppt/slides/slide2.xml" Id="R52a4ab4eee404280" /><Relationship Type="http://schemas.openxmlformats.org/officeDocument/2006/relationships/slide" Target="/ppt/slides/slide3.xml" Id="R05b4d8d8ff7a4092" /><Relationship Type="http://schemas.openxmlformats.org/officeDocument/2006/relationships/slide" Target="/ppt/slides/slide4.xml" Id="R9a64305501724173" /><Relationship Type="http://schemas.openxmlformats.org/officeDocument/2006/relationships/slide" Target="/ppt/slides/slide5.xml" Id="Rb56a952f2d4e4840" /><Relationship Type="http://schemas.openxmlformats.org/officeDocument/2006/relationships/slide" Target="/ppt/slides/slide6.xml" Id="R4ec31d06d8e149d7" /><Relationship Type="http://schemas.openxmlformats.org/officeDocument/2006/relationships/slide" Target="/ppt/slides/slide7.xml" Id="Ra524dd4ac37d44a2" /><Relationship Type="http://schemas.openxmlformats.org/officeDocument/2006/relationships/slide" Target="/ppt/slides/slide8.xml" Id="Rb8d854e1ffbc4270" /><Relationship Type="http://schemas.openxmlformats.org/officeDocument/2006/relationships/slide" Target="/ppt/slides/slide9.xml" Id="Rc845b21951d9467f" /><Relationship Type="http://schemas.openxmlformats.org/officeDocument/2006/relationships/slide" Target="/ppt/slides/slide10.xml" Id="R4fe60d0948ad40ae" /><Relationship Type="http://schemas.openxmlformats.org/officeDocument/2006/relationships/slide" Target="/ppt/slides/slide11.xml" Id="R99c0b6359abc4c1c" /><Relationship Type="http://schemas.openxmlformats.org/officeDocument/2006/relationships/slide" Target="/ppt/slides/slide12.xml" Id="Rdaf53d19227f46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4e828e53024f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4fcf8074af4a12" /><Relationship Type="http://schemas.openxmlformats.org/officeDocument/2006/relationships/notesMaster" Target="/ppt/notesMasters/notesMaster1.xml" Id="R8b70446c8b0342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db49e6b7d84071" /><Relationship Type="http://schemas.openxmlformats.org/officeDocument/2006/relationships/notesMaster" Target="/ppt/notesMasters/notesMaster1.xml" Id="Rc62d037440cc42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8545b655984c69" /><Relationship Type="http://schemas.openxmlformats.org/officeDocument/2006/relationships/notesMaster" Target="/ppt/notesMasters/notesMaster1.xml" Id="R03dbf671bf6447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aad55ec9814786" /><Relationship Type="http://schemas.openxmlformats.org/officeDocument/2006/relationships/notesMaster" Target="/ppt/notesMasters/notesMaster1.xml" Id="R737c012b0dc84a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f51145d7184e9a" /><Relationship Type="http://schemas.openxmlformats.org/officeDocument/2006/relationships/notesMaster" Target="/ppt/notesMasters/notesMaster1.xml" Id="Rb3527646cbfd43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c679d2f4324c40" /><Relationship Type="http://schemas.openxmlformats.org/officeDocument/2006/relationships/notesMaster" Target="/ppt/notesMasters/notesMaster1.xml" Id="R1631523e405449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4a1c15f94a4dbd" /><Relationship Type="http://schemas.openxmlformats.org/officeDocument/2006/relationships/notesMaster" Target="/ppt/notesMasters/notesMaster1.xml" Id="Rf177cb61e1a544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34c92106c74623" /><Relationship Type="http://schemas.openxmlformats.org/officeDocument/2006/relationships/notesMaster" Target="/ppt/notesMasters/notesMaster1.xml" Id="Rd7fadfe8812748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a48c12b5834d5f" /><Relationship Type="http://schemas.openxmlformats.org/officeDocument/2006/relationships/notesMaster" Target="/ppt/notesMasters/notesMaster1.xml" Id="R8eac67be3c034d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4b06e0c95b49c1" /><Relationship Type="http://schemas.openxmlformats.org/officeDocument/2006/relationships/notesMaster" Target="/ppt/notesMasters/notesMaster1.xml" Id="Re77bf3a1fddb4e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00377445e846e8" /><Relationship Type="http://schemas.openxmlformats.org/officeDocument/2006/relationships/notesMaster" Target="/ppt/notesMasters/notesMaster1.xml" Id="Re439ea40a86e45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8a098548e7431a" /><Relationship Type="http://schemas.openxmlformats.org/officeDocument/2006/relationships/notesMaster" Target="/ppt/notesMasters/notesMaster1.xml" Id="Reb7e937931b346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story and user-confirmed field experience.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3b80fe4b349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fcfc4aa4364330" /><Relationship Type="http://schemas.openxmlformats.org/officeDocument/2006/relationships/slideLayout" Target="/ppt/slideLayouts/slideLayout1.xml" Id="R4f303a840ab94f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303a840ab94f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15ebaa24446c6" /><Relationship Type="http://schemas.openxmlformats.org/officeDocument/2006/relationships/image" Target="/ppt/media/image.png" Id="R9288689af66c44b6" /><Relationship Type="http://schemas.openxmlformats.org/officeDocument/2006/relationships/notesSlide" Target="/ppt/notesSlides/notesSlide1.xml" Id="Rd5f21b9c571f43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7c15670e54cd2" /><Relationship Type="http://schemas.openxmlformats.org/officeDocument/2006/relationships/image" Target="/ppt/media/image.jpeg" Id="Rcc4c76153f484650" /><Relationship Type="http://schemas.openxmlformats.org/officeDocument/2006/relationships/notesSlide" Target="/ppt/notesSlides/notesSlide2.xml" Id="R2cd2670408e943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d8f0de3934fd0" /><Relationship Type="http://schemas.openxmlformats.org/officeDocument/2006/relationships/notesSlide" Target="/ppt/notesSlides/notesSlide3.xml" Id="R77a8c1a451ae4c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ec55dc8cd4e22" /><Relationship Type="http://schemas.openxmlformats.org/officeDocument/2006/relationships/notesSlide" Target="/ppt/notesSlides/notesSlide4.xml" Id="R5b33942819f547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d9486a6324b10" /><Relationship Type="http://schemas.openxmlformats.org/officeDocument/2006/relationships/notesSlide" Target="/ppt/notesSlides/notesSlide5.xml" Id="R48e02ebe7ccc46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4649ec4044a18" /><Relationship Type="http://schemas.openxmlformats.org/officeDocument/2006/relationships/notesSlide" Target="/ppt/notesSlides/notesSlide6.xml" Id="R4edc91ab99854e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e524a7e164049" /><Relationship Type="http://schemas.openxmlformats.org/officeDocument/2006/relationships/notesSlide" Target="/ppt/notesSlides/notesSlide7.xml" Id="R9278f7814a734a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f54a1e2934acb" /><Relationship Type="http://schemas.openxmlformats.org/officeDocument/2006/relationships/notesSlide" Target="/ppt/notesSlides/notesSlide8.xml" Id="Rdf3726db45554d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05d8e38814d2b" /><Relationship Type="http://schemas.openxmlformats.org/officeDocument/2006/relationships/notesSlide" Target="/ppt/notesSlides/notesSlide9.xml" Id="Rbfb003617a0b43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7513165dd4d51" /><Relationship Type="http://schemas.openxmlformats.org/officeDocument/2006/relationships/notesSlide" Target="/ppt/notesSlides/notesSlide10.xml" Id="Rf5d4b875ba6840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d0c26e45b449e" /><Relationship Type="http://schemas.openxmlformats.org/officeDocument/2006/relationships/notesSlide" Target="/ppt/notesSlides/notesSlide11.xml" Id="R4c5216790c314f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9e87fc91b450a" /><Relationship Type="http://schemas.openxmlformats.org/officeDocument/2006/relationships/image" Target="/ppt/media/image2.png" Id="Re90f9bf87b944d0f" /><Relationship Type="http://schemas.openxmlformats.org/officeDocument/2006/relationships/notesSlide" Target="/ppt/notesSlides/notesSlide12.xml" Id="Rb7a3c90d3aee46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8689af66c44b6"/>
          <a:stretch xmlns:a="http://schemas.openxmlformats.org/drawingml/2006/main"/>
        </p:blipFill>
        <p:spPr>
          <a:xfrm xmlns:a="http://schemas.openxmlformats.org/drawingml/2006/main">
            <a:off x="0" y="102508"/>
            <a:ext cx="12192000" cy="522423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D357A-1864-4AD7-B126-5D9328C1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>
              <a:alpha val="93333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0245C-DDD2-4B1B-B396-FB540FB8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PS2 Robot Vehicle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75633-A85C-4A9A-977E-680B039C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F8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F8FB"/>
                </a:solidFill>
                <a:latin typeface="Aptos"/>
                <a:ea typeface="Aptos"/>
                <a:cs typeface="Aptos"/>
              </a:rPr>
              <a:t>From a 1.44 MB developer ELF to a 248 KB road-tested console robot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98ADB-29A0-4E1A-B9C8-9BD21AAF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055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Hardware • software • problems • solutions • road test</a:t>
            </a:r>
          </a:p>
        </p:txBody>
      </p:sp>
    </p:spTree>
    <p:extLst>
      <p:ext uri="{BB962C8B-B14F-4D97-AF65-F5344CB8AC3E}">
        <p14:creationId xmlns:p14="http://schemas.microsoft.com/office/powerpoint/2010/main" val="795267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136E0-5B5D-4AA1-9D82-8CE9A357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5E307-A6C9-4D5E-9839-91DAE981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Project in one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10919-B64A-4B28-A9CA-28D63BED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2FA42-9EBD-4549-8546-63538321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891EE-7109-41C6-A0F1-DE052BD8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PS2 Slim SCPH-70004 runs the vehicle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FFECA-9F51-4153-8FFA-436F7456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E33BA-FDBE-4D78-B2C1-8D6C2150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DualShock 2 controls four RS-540 motors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7688E-D9B7-438B-8150-37112F16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E0949-DE7F-44E7-940C-BDC42971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Seda 8-channel USB HID relay board switches polarity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7452C-1B09-4DA3-876F-259F42EB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D3862-70A8-44A5-92E8-9FD1530E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One 11.1 V 3S LiPo feeds two protected branches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c76153f484650"/>
          <a:stretch xmlns:a="http://schemas.openxmlformats.org/drawingml/2006/main"/>
        </p:blipFill>
        <p:spPr>
          <a:xfrm xmlns:a="http://schemas.openxmlformats.org/drawingml/2006/main">
            <a:off x="9572625" y="4572000"/>
            <a:ext cx="1428750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33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764B1-CBDF-4FEE-9B94-A6C5352D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66825-938A-4051-8751-7749B3DB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Automatic boot on real hardware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8BF36-DC75-4022-804B-3170BB48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52F17-92F1-4428-872E-752CE63B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DD5DB-ADFA-4A14-8675-9FB39DB3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Copy role.elf to the Free McBoot memory card with uLaunchELF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0EF63-D9AF-4EEE-ACBD-1061E3D6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DB53B-1337-4AE1-96FE-8ED0D899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Open Free McBoot Configurator → Configure E1 launch keys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58169-5039-44CA-AFBA-5230C0AF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ED1D5-9EC4-4181-A65C-9CB4B680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Set AUTO to the role.elf path and save the CNF to MC0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89B2D-E1A1-4FDB-9CD7-EA12C6EE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07D02-C879-4B18-8932-A86C4914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At power-on, the app initializes IOP/LoadFile/SBV itself and launches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1338680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DB0AE-9CC3-492E-BB3A-66E39F53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8AF91-3F67-4848-9E74-E255DF5A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Software path: controller to relay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4EA59-38D2-485F-83F2-36DD9CE0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FED41-22F6-47D7-80FA-FBCCA815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91141-E2CE-4213-A3C9-0A5C4ADD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At boot, the embedded USB stack and relay IOP module are loaded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46D10-C9BD-479F-A86A-F125A027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8ED4C-3674-493A-B0AA-B9969D0C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main.c reads DualShock state and applies interlocks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BED73-5DDB-454B-B60A-555864CE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10A9B-2527-4409-80F3-14C4B9E6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SIF RPC transfers one relay command to the IOP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BB92B-F09F-4B58-B5EC-980D90EB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9BB08-946E-4BCA-857C-91414ACC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IOP HID driver sends an 8-byte USB report to the board</a:t>
            </a:r>
          </a:p>
        </p:txBody>
      </p:sp>
    </p:spTree>
    <p:extLst>
      <p:ext uri="{BB962C8B-B14F-4D97-AF65-F5344CB8AC3E}">
        <p14:creationId xmlns:p14="http://schemas.microsoft.com/office/powerpoint/2010/main" val="11769648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F2D3D-9A46-4C8F-BAB5-0F1C5301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B360A-4BA8-4D4C-B01E-65165918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Example relay commands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4A8DB-D034-4A3B-A3AA-0A42DC97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C3CB6-F31C-438C-8671-F1CD8959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6DB50-9789-4CCB-B865-7C3F265E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ON: relay 1=1, relay 2=2, relay 3=3, relay 4=4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8318E-A289-4334-A753-6F097D22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9F5DB-19AF-4D7A-93DA-013B9A75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OFF: relay 1=17, relay 2=18, relay 3=19, relay 4=20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A3EE9-ED32-4A63-9350-F775F7DC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849A5-7426-43D4-B605-659EC581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Payload example: [01 00 00 CMD 00 00 00 00]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E6538-0425-48F1-8D68-7E4425B2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20694-D0C5-4684-8B2D-66C934C2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AUTO mode first tries interrupt OUT, then diagnostic transfer variants</a:t>
            </a:r>
          </a:p>
        </p:txBody>
      </p:sp>
    </p:spTree>
    <p:extLst>
      <p:ext uri="{BB962C8B-B14F-4D97-AF65-F5344CB8AC3E}">
        <p14:creationId xmlns:p14="http://schemas.microsoft.com/office/powerpoint/2010/main" val="1564455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D21A7C-5277-42C9-91AC-449D462C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B3BDC-48A4-4AA8-93F7-B504CA1B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Electrical connection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F0A2B-BBDA-4E19-937C-D7DDD394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04A71-D3D0-45DD-8CE0-DCE6BDAE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7C372-6A67-4033-974A-142F12D3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11.1 V 3S LiPo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1530E-AF2B-4C06-99BD-8F26037B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2190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92832-DCE2-4158-8649-54653B91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XL4015 → 8.50 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9561F-4131-45DF-8674-F456D616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3143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0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B07C7-7EA4-4D7B-8550-E5808577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145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PS2 Slim SCPH-70004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81EE7-01C7-45B8-AFCF-52CB1BDF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952625"/>
            <a:ext cx="1000125" cy="6191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8BC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9413E-D0C6-41B3-A171-FF465385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8BC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96FED-9283-497A-B14A-EDC5E6D8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478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BC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BCE"/>
                </a:solidFill>
                <a:latin typeface="Aptos"/>
                <a:ea typeface="Aptos"/>
                <a:cs typeface="Aptos"/>
              </a:rPr>
              <a:t>Branch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3F4D5-C912-4044-A082-F2CD4AEB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0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6BBE1-C3B0-428C-94CD-D47951CA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1950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NC1–NC4 → negative (−)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NO1–NO4 → positive (+)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341A9-338B-4C33-B935-E7B32B4C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0375"/>
            <a:ext cx="3333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0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0C7C6-3003-4E16-88CA-DE458F4F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COM1+COM2 → left motors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CF3F0-7731-41CF-945D-420D47B5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24375"/>
            <a:ext cx="3333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0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02CC5-E95F-43BD-8432-EB7FF5D3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81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COM3+COM4 → right motors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14A5C-9714-4C65-8D11-9FE979A9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52750"/>
            <a:ext cx="1000125" cy="9525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8BC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5A7AE-3229-4933-AAEA-271C9023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1428750" cy="3143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8BC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992C1-79E5-4D6E-9910-56E39972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1428750" cy="4476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8BC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3858C5-4588-4361-92DA-78D0034A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908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BC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BCE"/>
                </a:solidFill>
                <a:latin typeface="Aptos"/>
                <a:ea typeface="Aptos"/>
                <a:cs typeface="Aptos"/>
              </a:rPr>
              <a:t>Branch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52D80E-D3A1-4795-B295-2E60594A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A1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A179"/>
                </a:solidFill>
                <a:latin typeface="Aptos"/>
                <a:ea typeface="Aptos"/>
                <a:cs typeface="Aptos"/>
              </a:rPr>
              <a:t>The relay board uses both PS2 USB ports: one for 5 V power and one for HID data.</a:t>
            </a:r>
          </a:p>
        </p:txBody>
      </p:sp>
    </p:spTree>
    <p:extLst>
      <p:ext uri="{BB962C8B-B14F-4D97-AF65-F5344CB8AC3E}">
        <p14:creationId xmlns:p14="http://schemas.microsoft.com/office/powerpoint/2010/main" val="1320940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4585C-8721-4A57-95CE-EBD73820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710A7-C91A-45FC-9B83-17333234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Physical problem: melting wire and resets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D5F2B-79C0-422B-B610-6A3781DD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E3306-FB3B-40A8-9E09-1EDD091D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E13F0-37B0-4B98-A99E-03BDD89F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Thin wire looked fine with the PS2 and idle relays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9DED9-A570-471D-A342-E6699F4D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23BF4-7002-43A8-95E6-19BE2DC1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Connecting the motors caused high start-up current and voltage drop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7445B-7450-4479-80D2-339F262E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E819C-0393-422B-B89A-0621279D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cable insulation began to melt and the PS2 reset immediately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79A95-91B5-4841-A31D-55D90907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79E5C-8BF9-4EDC-9312-48293EE5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Solution: thicker correctly sized cable, solid joints, fusing, and branch protection</a:t>
            </a:r>
          </a:p>
        </p:txBody>
      </p:sp>
    </p:spTree>
    <p:extLst>
      <p:ext uri="{BB962C8B-B14F-4D97-AF65-F5344CB8AC3E}">
        <p14:creationId xmlns:p14="http://schemas.microsoft.com/office/powerpoint/2010/main" val="669875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0C10E-936A-4C03-9E83-BF57B9BE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E92E0-4D81-4A98-9EAC-E2A73866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Software problems and solutions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9DF4A-90D3-4304-B9B1-60AD55A4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DC1BC-B458-432B-BF38-F78C6159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783D4-DC20-4953-800A-FBF3ADF7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Undocumented HID behavior → 12 selectable transfer modes plus AUTO probing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3DC5E-7D7E-4D35-98E7-7D684D2A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0798A-B491-48AA-BD54-E1333B12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Opposite direction inputs → software interlock forces all movement relays 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72996-5BAF-4A09-9291-DD9D20DF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60BAC-EEE5-4946-AB39-FC86463F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Relay arcing on reversal → OFF-before-ON sequence and 100 ms dead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FDD18-E730-4BBB-AA0F-E5D2BF70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AC16D-A6B5-4E49-971C-9C0BCF06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Disconnect or exit → verified individual OFF commands for every relay</a:t>
            </a:r>
          </a:p>
        </p:txBody>
      </p:sp>
    </p:spTree>
    <p:extLst>
      <p:ext uri="{BB962C8B-B14F-4D97-AF65-F5344CB8AC3E}">
        <p14:creationId xmlns:p14="http://schemas.microsoft.com/office/powerpoint/2010/main" val="13536533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19DB1-460D-4CCC-B88E-7C6ADBB3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55836-0CC9-4E89-94CA-9050C453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Why 1.44 MB became 248 KB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659E4-87CD-414E-BD1C-FFBD85A5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2E1BE-A9CD-45AE-84D6-9962A451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1E215-8504-420D-A414-DFEC8255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relay.elf keeps DWARF debug maps: symbols, source lines, types, and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830D4-B9B8-4CF5-8933-362D40C5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2AFB3-2593-4C99-A2F5-81DCB489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PS2 executes LOAD segments; it does not need that debug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90DCC-2800-478B-8391-38AC451E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557C4-FF31-4C0F-AD1D-844EC8E8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build.ps1 copies relay.elf and runs strip --strip-debug on role.elf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CF97C-90C4-4804-8455-995711B3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8C33F-FFB0-4755-9A90-E0C7CDD9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Result: 1,509,884 bytes → 254,224 bytes (248.3 KiB), with the same executable LOAD data</a:t>
            </a:r>
          </a:p>
        </p:txBody>
      </p:sp>
    </p:spTree>
    <p:extLst>
      <p:ext uri="{BB962C8B-B14F-4D97-AF65-F5344CB8AC3E}">
        <p14:creationId xmlns:p14="http://schemas.microsoft.com/office/powerpoint/2010/main" val="19989468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1809A-4027-4CEB-912E-4B2F2B04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26B75-5596-467F-A9DB-697F31AA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Motion programming and field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BFD4E-2C26-4988-AC3D-1A033DAA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0D055-C920-49BD-9EE4-D13AB5AF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90286-4C85-4B84-98DC-63270017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Record up to 128 one-second movement or wait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A17B9-A398-4B3A-92F1-41CE7BE6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66B68-E766-4CDA-9216-96028516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L1 saves ROLEPRG.TXT; L2 loads it; START replays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9AD1B-5652-4335-9F87-F7688ECC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E131E-0C91-431A-B192-9A7570A1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R1 opens settings for VID, PID, send mode, AUTO USB, and dead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376EB-2DB0-4CF2-9A57-464646A2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8C294-56CB-40C4-84D4-7E0A3B4C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On-screen result/status/control/interrupt values expose real USB outcomes</a:t>
            </a:r>
          </a:p>
        </p:txBody>
      </p:sp>
    </p:spTree>
    <p:extLst>
      <p:ext uri="{BB962C8B-B14F-4D97-AF65-F5344CB8AC3E}">
        <p14:creationId xmlns:p14="http://schemas.microsoft.com/office/powerpoint/2010/main" val="20490607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DC261-D30F-4CDA-8CBF-9C9DEB13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27106-D8F2-497E-9393-842471EC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Road tests and videos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726EC-6506-4481-ADFE-EC35FD26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16D14-02D4-4B6C-8FEA-687D3612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BEC7B-3ADE-4D20-AB4E-48830201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Phase 1 is battery-powered, controller-driven, and test-driven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B48A7-97FB-49EA-9A63-53E17A9B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397AA-0EE3-4A28-B400-28B91484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Video 1: youtube.com/shorts/x-vaeMoXdgk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69946-67AD-46CA-BEE9-1F92C680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918C8-4CEB-468B-9BB3-C86DEBE2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Video 2: youtube.com/shorts/5uW2evH4y8U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E2C7C-8BD6-4070-B27C-8E693B46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9B5E6-2EC0-4D85-BFCB-91F6FA3F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PCSX2 validates menus; relay behavior is verified on the real SCPH-70004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25FD1-C0CE-4A57-8803-3E346516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B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CE"/>
                </a:solidFill>
                <a:latin typeface="Aptos"/>
                <a:ea typeface="Aptos"/>
                <a:cs typeface="Aptos"/>
              </a:rPr>
              <a:t>Real driving evidence</a:t>
            </a:r>
          </a:p>
        </p:txBody>
      </p:sp>
    </p:spTree>
    <p:extLst>
      <p:ext uri="{BB962C8B-B14F-4D97-AF65-F5344CB8AC3E}">
        <p14:creationId xmlns:p14="http://schemas.microsoft.com/office/powerpoint/2010/main" val="16554388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13ADF-1665-40E3-B8AA-9026AA8D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D6E6A-4E80-43C6-ACB0-350B5A37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Completed vehicle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3CA68-379C-4FE8-B2F2-4CE5FE2F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f9bf87b944d0f"/>
          <a:stretch xmlns:a="http://schemas.openxmlformats.org/drawingml/2006/main"/>
        </p:blipFill>
        <p:spPr>
          <a:xfrm xmlns:a="http://schemas.openxmlformats.org/drawingml/2006/main">
            <a:off x="3152285" y="1381125"/>
            <a:ext cx="588743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97271-8056-45DF-B05E-88CA161A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A17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1A179"/>
                </a:solidFill>
                <a:latin typeface="Aptos"/>
                <a:ea typeface="Aptos"/>
                <a:cs typeface="Aptos"/>
              </a:rPr>
              <a:t>Four RS-540 motors • two drive groups • PS2 Slim • USB relay • 3S LiPo</a:t>
            </a:r>
          </a:p>
        </p:txBody>
      </p:sp>
    </p:spTree>
    <p:extLst>
      <p:ext uri="{BB962C8B-B14F-4D97-AF65-F5344CB8AC3E}">
        <p14:creationId xmlns:p14="http://schemas.microsoft.com/office/powerpoint/2010/main" val="610777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2026-09-11T14:17:45.1150000Z</dcterms:created>
  <dcterms:modified xsi:type="dcterms:W3CDTF">2026-09-11T14:17:45.1160000Z</dcterms:modified>
</coreProperties>
</file>